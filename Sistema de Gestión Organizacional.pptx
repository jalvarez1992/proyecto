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AF61D-EB57-0809-B8D8-EA6E386F3BE2}" v="1" dt="2026-08-04T00:53:44.782"/>
  </p1510:revLst>
</p1510:revInfo>
</file>

<file path=ppt/tableStyles.xml><?xml version="1.0" encoding="utf-8"?>
<a:tblStyleLst xmlns:a="http://schemas.openxmlformats.org/drawingml/2006/main" def="{2CE2549D-A12A-4D9E-A2B5-C7544357F2EC}">
  <a:tblStyle styleId="{2CE2549D-A12A-4D9E-A2B5-C7544357F2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605212"/>
            <a:ext cx="857250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8125" y="1985962"/>
            <a:ext cx="117157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Sistema de Gestión Organizacional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3005137"/>
            <a:ext cx="1123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Universidad Tecnológica de Honduras (UTH) | Programación Orientada a Objetos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57400" y="3795712"/>
            <a:ext cx="854106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Grupo #2 - Integrantes: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57400" y="4176712"/>
            <a:ext cx="81343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David Fernan Triviños Vega  |  • Jorge Luis Álvarez  |  • Alejandro Isai Vallecillo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57400" y="4429125"/>
            <a:ext cx="81343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Diego Javier Calix Flores  |  • Gregory Banegas Lovo  |  • Catedrático: Ing. Ricardo Enrique Lagos Mendoza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38425"/>
            <a:ext cx="54292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38425"/>
            <a:ext cx="54292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2933700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Necesidad Organizacional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3419475"/>
            <a:ext cx="48387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organizaciones requieren centralizar la administración de sus elementos estructurales fundamentales (como países, departamentos, cargos, personal, proyectos y asignaciones) para evitar la dispersión de información y optimizar procesos administrativos.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2933700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Solución Implementada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419475"/>
            <a:ext cx="4838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desarrolló una robusta aplicación de escritorio en Java que integra una interfaz gráfica intuitiva basada en Java Swing y una persistencia de datos segura conectada a un motor relacional MySQL mediante JDBC.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Descripción del Problema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52687"/>
            <a:ext cx="54292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52687"/>
            <a:ext cx="54292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71525" y="2747962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3233737"/>
            <a:ext cx="4838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Desarrollar un sistema de gestión organizacional en Java aplicando principios de Programación Orientada a Objetos e integrando una base de datos MySQL para administrar eficientemente los recursos de la empresa.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2747962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677025" y="32051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72275" y="3205162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Diseñar una GUI intuitiva con Java Swing.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77025" y="3576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72275" y="3576637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Aplicar POO (clases, encapsulamiento, modularidad).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77025" y="3948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72275" y="3948112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Implementar operaciones CRUD completas.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77025" y="43195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72275" y="4319587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Garantizar persistencia mediante JDBC y MySQL.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77025" y="46910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72275" y="4691062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Utilizar arquitectura en capas para facilitar el mantenimiento.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174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46587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Países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23900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Administración del catálogo geográfico base para la jerarquía organizacional y distribución de sedes.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472512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Departamentos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549824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Gestión de las divisiones operativas internas asociadas directamente a los diferentes países registrados.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298436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Cargos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75749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de puestos de trabajo disponibles en la empresa, incluyendo denominaciones y rangos salariales.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8625" y="301704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67412" y="301704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50474" y="301704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Funcionalidades Principales: Catálogos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174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646587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23900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Registro completo de colaboradores vinculados a sus respectivos departamentos y cargos institucionales.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472512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Proyectos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549824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centralizado de planes corporativos, presupuestos, estados y seguimiento de ejecución temporal.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298436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Asignaciones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75749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Vinculación de personal a proyectos específicos especificando roles, fechas y cantidad de horas asignadas.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5762" y="3017043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0737" y="3017043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7612" y="3017043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Funcionalidades Principales: Operación y Personal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174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721768"/>
            <a:ext cx="3587799" cy="236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46587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Java &amp; Swing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23900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Lenguaje de programación orientado a objetos y biblioteca gráfica para construir la interfaz MDI de escritorio.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472512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JDBC &amp; MySQL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549824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API de conexión a bases de datos relacionales y SGBD para garantizar almacenamiento persistente seguro.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298436" y="3531393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NetBeans IDE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375749" y="4055268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Entorno de desarrollo integrado utilizado para estructurar los paquetes por capas y compilar el sistema.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1487" y="301704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3600" y="3017043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7612" y="3017043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476250" y="2624137"/>
            <a:ext cx="11239500" cy="2562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476250" y="2624137"/>
          <a:ext cx="11229975" cy="2562250"/>
        </p:xfrm>
        <a:graphic>
          <a:graphicData uri="http://schemas.openxmlformats.org/drawingml/2006/table">
            <a:tbl>
              <a:tblPr firstRow="1" bandRow="1">
                <a:noFill/>
                <a:tableStyleId>{2CE2549D-A12A-4D9E-A2B5-C7544357F2EC}</a:tableStyleId>
              </a:tblPr>
              <a:tblGrid>
                <a:gridCol w="360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Capa / Paquete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Responsabilidad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com.gestionorganizacional.vista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Interfaces gráficas de usuario desarrolladas con Java Swing (MDI y formularios).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com.gestionorganizacional.controlador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la lógica de funcionamiento, validaciones y reglas de negocio.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com.gestionorganizacional.dao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Implementación del patrón DAO para centralizar operaciones CRUD sin acoplar SQL directo.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com.gestionorganizacional.conexion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la conectividad a la base de datos MySQL mediante controladores JDBC.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/>
          <p:nvPr/>
        </p:nvSpPr>
        <p:spPr>
          <a:xfrm>
            <a:off x="481012" y="3152775"/>
            <a:ext cx="3601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082950" y="3152775"/>
            <a:ext cx="7628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81012" y="3657600"/>
            <a:ext cx="3601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082950" y="3657600"/>
            <a:ext cx="7628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81012" y="4162425"/>
            <a:ext cx="3601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082950" y="4162425"/>
            <a:ext cx="7628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81012" y="4667250"/>
            <a:ext cx="3601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082950" y="4667250"/>
            <a:ext cx="7628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81012" y="5172075"/>
            <a:ext cx="36019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082950" y="5172075"/>
            <a:ext cx="7628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del Sistema (Capas &amp; Patrón DAO)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67012"/>
            <a:ext cx="54292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7012"/>
            <a:ext cx="54292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71525" y="3062287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Autenticación y Ventana Principal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71525" y="3548062"/>
            <a:ext cx="4838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sistema cuenta con un módulo seguro de inicio de sesión (usuario administrador) y una ventana principal con interfaz MDI que permite acceder de forma ordenada a los menús de catálogos y sistemas.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581775" y="3062287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Mantenimientos y Asignaciones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581775" y="3548062"/>
            <a:ext cx="4838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Todos los formularios operativos implementan tablas interactivas y controles de búsqueda, garantizando un flujo eficiente para registrar, consultar, modificar y dar de baja registros de empleados y proyectos.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Evidencias del Sistema: Módulos Clave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71500" y="3019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6750" y="3019425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Aplicación práctica de POO: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consolidaron los conocimientos de programación modular y encapsulamiento mediante clases bien definidas.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3905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66750" y="3905250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Persistencia eficiente: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integración exitosa entre Java y MySQL a través de JDBC garantizó el almacenamiento seguro y la consulta rápida de datos.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381750" y="3019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477000" y="3019425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Separación de responsabilidades: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arquitectura en capas y el uso del patrón DAO facilitaron la mantenibilidad y escalabilidad del código.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81750" y="36480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477000" y="3908270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Cumplimiento de metas: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entregó una herramienta funcional centralizada para optimizar procesos administrativos organizacionales.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476250" y="11144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905476" y="2481262"/>
            <a:ext cx="8381047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Microsoft Office PowerPoint</Application>
  <PresentationFormat>Panorámica</PresentationFormat>
  <Paragraphs>71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Isai Vallecillo Garcia</cp:lastModifiedBy>
  <cp:revision>5</cp:revision>
  <dcterms:modified xsi:type="dcterms:W3CDTF">2026-08-04T00:57:46Z</dcterms:modified>
</cp:coreProperties>
</file>